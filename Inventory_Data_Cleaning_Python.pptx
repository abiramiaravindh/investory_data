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413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B631C0-9F65-F9D7-2342-9B5E06F14976}"/>
              </a:ext>
            </a:extLst>
          </p:cNvPr>
          <p:cNvSpPr txBox="1"/>
          <p:nvPr/>
        </p:nvSpPr>
        <p:spPr>
          <a:xfrm>
            <a:off x="1270000" y="1122744"/>
            <a:ext cx="6519762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lang="en-US" sz="1800" dirty="0"/>
              <a:t>Inventory dataset containing product and stock information</a:t>
            </a:r>
          </a:p>
          <a:p>
            <a:pPr>
              <a:spcAft>
                <a:spcPts val="1000"/>
              </a:spcAft>
              <a:defRPr sz="1800"/>
            </a:pPr>
            <a:r>
              <a:rPr lang="en-US" sz="1800" dirty="0"/>
              <a:t>Fields include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  </a:t>
            </a:r>
            <a:r>
              <a:rPr lang="en-US" sz="1800" dirty="0"/>
              <a:t>Product ID,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  </a:t>
            </a:r>
            <a:r>
              <a:rPr lang="en-US" sz="1800" dirty="0"/>
              <a:t>Product Name,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sz="1800" dirty="0"/>
              <a:t>  Category,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  </a:t>
            </a:r>
            <a:r>
              <a:rPr lang="en-US" sz="1800" dirty="0"/>
              <a:t>Quantity,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sz="1800" dirty="0"/>
              <a:t>  Price</a:t>
            </a:r>
          </a:p>
          <a:p>
            <a:pPr>
              <a:spcAft>
                <a:spcPts val="1000"/>
              </a:spcAft>
              <a:defRPr sz="1800"/>
            </a:pPr>
            <a:r>
              <a:rPr lang="en-US" sz="1800" dirty="0"/>
              <a:t>Other fields include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	</a:t>
            </a:r>
            <a:r>
              <a:rPr lang="en-US" sz="1800" dirty="0"/>
              <a:t>Warehouse,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	</a:t>
            </a:r>
            <a:r>
              <a:rPr lang="en-US" sz="1800" dirty="0"/>
              <a:t>Location,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	</a:t>
            </a:r>
            <a:r>
              <a:rPr lang="en-US" sz="1800" dirty="0"/>
              <a:t>Supplier,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	</a:t>
            </a:r>
            <a:r>
              <a:rPr lang="en-US" sz="1800" dirty="0"/>
              <a:t>Status, 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lang="en-US" dirty="0"/>
              <a:t>	</a:t>
            </a:r>
            <a:r>
              <a:rPr lang="en-US" sz="1800" dirty="0"/>
              <a:t>Last Restocked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80394-DF88-32E7-E5B6-C87CCC5C29C6}"/>
              </a:ext>
            </a:extLst>
          </p:cNvPr>
          <p:cNvSpPr txBox="1"/>
          <p:nvPr/>
        </p:nvSpPr>
        <p:spPr>
          <a:xfrm>
            <a:off x="833378" y="619760"/>
            <a:ext cx="3842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Dataset Overview</a:t>
            </a:r>
          </a:p>
          <a:p>
            <a:endParaRPr lang="en-IN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AAE6D-E3DC-06E3-CC69-0A673E0FAB7A}"/>
              </a:ext>
            </a:extLst>
          </p:cNvPr>
          <p:cNvSpPr txBox="1"/>
          <p:nvPr/>
        </p:nvSpPr>
        <p:spPr>
          <a:xfrm>
            <a:off x="3047036" y="3127932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3656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522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Data Cleaning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55376"/>
            <a:ext cx="1069848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Handle missing values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Remove duplicate records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Standardize column names and text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Convert columns to correct data types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Identify invalid quantity and price values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Validate the cleaned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00313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Read</a:t>
            </a: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1000"/>
              </a:spcAft>
              <a:defRPr sz="1800"/>
            </a:pPr>
            <a:r>
              <a:t>df = pd.read_csv("inventory_uncleaned_data.csv")</a:t>
            </a:r>
          </a:p>
          <a:p>
            <a:pPr>
              <a:spcAft>
                <a:spcPts val="1000"/>
              </a:spcAft>
              <a:defRPr sz="1800">
                <a:latin typeface="Consolas"/>
              </a:defRPr>
            </a:pPr>
            <a:r>
              <a:t>print(df.shape)</a:t>
            </a:r>
          </a:p>
          <a:p>
            <a:pPr>
              <a:spcAft>
                <a:spcPts val="1000"/>
              </a:spcAft>
              <a:defRPr sz="1800">
                <a:latin typeface="Consolas"/>
              </a:defRPr>
            </a:pPr>
            <a:r>
              <a:t>print(df.head())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464774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Missing Values &amp; Duplicates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Check missing values using </a:t>
            </a:r>
            <a:r>
              <a:rPr dirty="0" err="1"/>
              <a:t>df.isnull</a:t>
            </a:r>
            <a:r>
              <a:rPr dirty="0"/>
              <a:t>().sum()</a:t>
            </a:r>
          </a:p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Remove duplicates using </a:t>
            </a:r>
            <a:r>
              <a:rPr dirty="0" err="1"/>
              <a:t>df.drop_duplicates</a:t>
            </a:r>
            <a:r>
              <a:rPr dirty="0"/>
              <a:t>()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This improves data quality before further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6638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Clean Column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Remove leading/trailing spaces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Convert names to lowercase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Replace spaces with underscores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 err="1"/>
              <a:t>df.columns</a:t>
            </a:r>
            <a:r>
              <a:rPr dirty="0"/>
              <a:t> = </a:t>
            </a:r>
            <a:r>
              <a:rPr dirty="0" err="1"/>
              <a:t>df.columns.str.strip</a:t>
            </a:r>
            <a:r>
              <a:rPr dirty="0"/>
              <a:t>().</a:t>
            </a:r>
            <a:r>
              <a:rPr dirty="0" err="1"/>
              <a:t>str.lower</a:t>
            </a:r>
            <a:r>
              <a:rPr dirty="0"/>
              <a:t>().</a:t>
            </a:r>
            <a:r>
              <a:rPr dirty="0" err="1"/>
              <a:t>str.replace</a:t>
            </a:r>
            <a:r>
              <a:rPr dirty="0"/>
              <a:t>(" ", "_")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3722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Clean Text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Remove unwanted spaces with .</a:t>
            </a:r>
            <a:r>
              <a:rPr dirty="0" err="1"/>
              <a:t>str.strip</a:t>
            </a:r>
            <a:r>
              <a:rPr dirty="0"/>
              <a:t>()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Standardize product names and categories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Make warehouse, location, supplier and status consistent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dirty="0"/>
          </a:p>
          <a:p>
            <a:pPr>
              <a:spcAft>
                <a:spcPts val="1000"/>
              </a:spcAft>
              <a:defRPr sz="1800">
                <a:latin typeface="Consolas"/>
              </a:defRPr>
            </a:pPr>
            <a:r>
              <a:rPr dirty="0" err="1"/>
              <a:t>df</a:t>
            </a:r>
            <a:r>
              <a:rPr dirty="0"/>
              <a:t>["</a:t>
            </a:r>
            <a:r>
              <a:rPr dirty="0" err="1"/>
              <a:t>product_name</a:t>
            </a:r>
            <a:r>
              <a:rPr dirty="0"/>
              <a:t>"] = </a:t>
            </a:r>
            <a:r>
              <a:rPr dirty="0" err="1"/>
              <a:t>df</a:t>
            </a:r>
            <a:r>
              <a:rPr dirty="0"/>
              <a:t>["</a:t>
            </a:r>
            <a:r>
              <a:rPr dirty="0" err="1"/>
              <a:t>product_name</a:t>
            </a:r>
            <a:r>
              <a:rPr dirty="0"/>
              <a:t>"].</a:t>
            </a:r>
            <a:r>
              <a:rPr dirty="0" err="1"/>
              <a:t>str.title</a:t>
            </a:r>
            <a:r>
              <a:rPr dirty="0"/>
              <a:t>()</a:t>
            </a:r>
          </a:p>
          <a:p>
            <a:pPr>
              <a:spcAft>
                <a:spcPts val="1000"/>
              </a:spcAft>
              <a:defRPr sz="1800">
                <a:latin typeface="Consolas"/>
              </a:defRPr>
            </a:pPr>
            <a:r>
              <a:rPr dirty="0" err="1"/>
              <a:t>df</a:t>
            </a:r>
            <a:r>
              <a:rPr dirty="0"/>
              <a:t>["category"] = </a:t>
            </a:r>
            <a:r>
              <a:rPr dirty="0" err="1"/>
              <a:t>df</a:t>
            </a:r>
            <a:r>
              <a:rPr dirty="0"/>
              <a:t>["category"].</a:t>
            </a:r>
            <a:r>
              <a:rPr dirty="0" err="1"/>
              <a:t>str.upper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5663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Clean Quantity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Convert "two hundred" to 200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Convert Quantity to numeric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Invalid values become missing using errors='coerce'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Fill missing quantities using the median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dirty="0"/>
          </a:p>
          <a:p>
            <a:pPr>
              <a:spcAft>
                <a:spcPts val="1000"/>
              </a:spcAft>
              <a:defRPr sz="1800">
                <a:latin typeface="Consolas"/>
              </a:defRPr>
            </a:pPr>
            <a:r>
              <a:rPr dirty="0" err="1"/>
              <a:t>df</a:t>
            </a:r>
            <a:r>
              <a:rPr dirty="0"/>
              <a:t>["quantity"] = </a:t>
            </a:r>
            <a:r>
              <a:rPr dirty="0" err="1"/>
              <a:t>pd.to_numeric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["quantity"], errors="coerce")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94957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Clean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Convert Price to numeric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Handle invalid and missing values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Replace non-positive prices with missing values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Fill missing prices using the median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Round to two decimal places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795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Convert Date Column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944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Convert Last Restocked to datetime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Invalid dates become </a:t>
            </a:r>
            <a:r>
              <a:rPr dirty="0" err="1"/>
              <a:t>NaT</a:t>
            </a:r>
            <a:endParaRPr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Fill missing dates with the most common date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dirty="0"/>
          </a:p>
          <a:p>
            <a:pPr>
              <a:spcAft>
                <a:spcPts val="1000"/>
              </a:spcAft>
              <a:defRPr sz="1500">
                <a:latin typeface="Consolas"/>
              </a:defRPr>
            </a:pPr>
            <a:r>
              <a:rPr dirty="0" err="1"/>
              <a:t>df</a:t>
            </a:r>
            <a:r>
              <a:rPr dirty="0"/>
              <a:t>["</a:t>
            </a:r>
            <a:r>
              <a:rPr dirty="0" err="1"/>
              <a:t>last_restocked</a:t>
            </a:r>
            <a:r>
              <a:rPr dirty="0"/>
              <a:t>"] = </a:t>
            </a:r>
            <a:r>
              <a:rPr dirty="0" err="1"/>
              <a:t>pd.to_datetime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["</a:t>
            </a:r>
            <a:r>
              <a:rPr dirty="0" err="1"/>
              <a:t>last_restocked</a:t>
            </a:r>
            <a:r>
              <a:rPr dirty="0"/>
              <a:t>"], format="%d-%m-%Y", errors="coerce")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40322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Validate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Check that Quantity is not negative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Check that Price is greater than zero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Check allowed Status values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Check duplicate Product IDs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Review unique categories, warehouses and statuses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47082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Final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Print remaining missing values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Check final data types using </a:t>
            </a:r>
            <a:r>
              <a:rPr dirty="0" err="1"/>
              <a:t>df.dtypes</a:t>
            </a:r>
            <a:endParaRPr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Use </a:t>
            </a:r>
            <a:r>
              <a:rPr dirty="0" err="1"/>
              <a:t>df.describe</a:t>
            </a:r>
            <a:r>
              <a:rPr dirty="0"/>
              <a:t>() for numerical summary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800"/>
            </a:pPr>
            <a:r>
              <a:rPr dirty="0"/>
              <a:t>Review cleaned rows with </a:t>
            </a:r>
            <a:r>
              <a:rPr dirty="0" err="1"/>
              <a:t>df.head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36954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Save Cleaned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df.to_csv("inventory_cleaned_data.csv", index=False)</a:t>
            </a:r>
          </a:p>
          <a:p>
            <a:pPr>
              <a:spcAft>
                <a:spcPts val="1000"/>
              </a:spcAft>
              <a:defRPr sz="1800"/>
            </a:pPr>
            <a:r>
              <a:t>The cleaned dataset is ready for analysis, visualization and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462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Abirami A</cp:lastModifiedBy>
  <cp:revision>7</cp:revision>
  <dcterms:created xsi:type="dcterms:W3CDTF">2013-01-27T09:14:16Z</dcterms:created>
  <dcterms:modified xsi:type="dcterms:W3CDTF">2026-09-22T07:33:43Z</dcterms:modified>
  <cp:category/>
</cp:coreProperties>
</file>